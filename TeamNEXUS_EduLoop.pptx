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404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82880"/>
            <a:ext cx="5669280" cy="56692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858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-1259633" y="658368"/>
            <a:ext cx="73861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&amp; PROTOTYPE SUBMISSION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</a:t>
            </a:r>
            <a:endParaRPr lang="en-US" sz="8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 ·  EARN  ·  TEACH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child learns. Every student earns.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lift the next one.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47091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47091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4709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TEAM NEXUS</a:t>
            </a:r>
            <a:endParaRPr lang="en-US" sz="1800" dirty="0"/>
          </a:p>
        </p:txBody>
      </p:sp>
      <p:pic>
        <p:nvPicPr>
          <p:cNvPr id="17" name="Image 0" descr="/tmp/claude-0/-home-claude/cebfa49b-adea-54dd-802e-2b5f9d3b343d/scratchpad/src/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777240"/>
            <a:ext cx="44805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is everywhere. Access isn’t.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  •  LEARN · EARN · TEACH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645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children cannot study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money for tuition, courses or tutors — so ability goes to waste.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017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need income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429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Capable college students want to earn while they study.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89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goes unused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8006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know a lot but have no trusted way to teach and get paid.</a:t>
            </a:r>
            <a:endParaRPr lang="en-US" sz="1500" dirty="0"/>
          </a:p>
        </p:txBody>
      </p:sp>
      <p:pic>
        <p:nvPicPr>
          <p:cNvPr id="24" name="Image 0" descr="/tmp/claude-0/-home-claude/cebfa49b-adea-54dd-802e-2b5f9d3b343d/scratchpad/src/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25880"/>
            <a:ext cx="3429000" cy="373075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DE8EA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6235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 connect poor learners with students who need income.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THE SOLUTION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sides. One loop.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  •  LEARN · EARN · TEACH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2240280"/>
            <a:ext cx="4572000" cy="2468880"/>
          </a:xfrm>
          <a:prstGeom prst="ellipse">
            <a:avLst/>
          </a:prstGeom>
          <a:solidFill>
            <a:srgbClr val="F6F8FC">
              <a:alpha val="0"/>
            </a:srgbClr>
          </a:solidFill>
          <a:ln w="25400">
            <a:solidFill>
              <a:srgbClr val="0E9F6E"/>
            </a:solidFill>
            <a:prstDash val="dash"/>
          </a:ln>
        </p:spPr>
      </p:sp>
      <p:pic>
        <p:nvPicPr>
          <p:cNvPr id="10" name="Image 0" descr="/tmp/claude-0/-home-claude/cebfa49b-adea-54dd-802e-2b5f9d3b343d/scratchpad/src/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788920"/>
            <a:ext cx="1188720" cy="1344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14600" y="13716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ENROLL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17556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child joins a free or sponsored seat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30175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916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LEARN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34015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student-tutor teaches at a very low fee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14600" y="45720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5176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TEACH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4956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Tutors run live and doubt sessions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0175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EARN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4015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Tutors earn ₹; 10% funds new seats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0" y="1371600"/>
            <a:ext cx="459943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6092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from a low-income family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2194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or sponsored seat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a relatable student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skill passport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7132320" y="3520440"/>
            <a:ext cx="459943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6092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STUDENT-TUTOR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3995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student who needs income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360920" y="4343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at a very low fee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Earns ₹ while studying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real teaching experience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₹99 LEARNING SESSION</a:t>
            </a: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57200" y="5760720"/>
            <a:ext cx="7938205" cy="3840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5760720"/>
            <a:ext cx="7938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≈ ₹69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395405" y="5760720"/>
            <a:ext cx="2185883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95405" y="5760720"/>
            <a:ext cx="21858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≈ ₹19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581288" y="5760720"/>
            <a:ext cx="1150464" cy="384048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581288" y="5760720"/>
            <a:ext cx="1150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₹11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2019300" y="623620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pays ₹0 on sponsored seats. The 10% fund keeps creating new free seats — that is how the loop grows</a:t>
            </a:r>
            <a:r>
              <a:rPr lang="en-US" sz="1100" i="1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AGENT ARCHITECTURE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9377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agents, one orchestrator, real tools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  •  LEARN · EARN · TEACH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927" y="1280160"/>
            <a:ext cx="12029767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A97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80160"/>
            <a:ext cx="11639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  </a:t>
            </a:r>
            <a:r>
              <a:rPr lang="en-US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· Parent · Tutor · Sponsor   —   talk to EduLoop through WhatsApp and a low-data web app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9048" y="1755648"/>
            <a:ext cx="0" cy="210312"/>
          </a:xfrm>
          <a:prstGeom prst="line">
            <a:avLst/>
          </a:prstGeom>
          <a:noFill/>
          <a:ln w="19050">
            <a:solidFill>
              <a:srgbClr val="51607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199" y="1965960"/>
            <a:ext cx="11639545" cy="73152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28725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3317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each request, routes it to the right agent, keeps session state and applies the rules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508760" y="2715768"/>
            <a:ext cx="0" cy="274320"/>
          </a:xfrm>
          <a:prstGeom prst="line">
            <a:avLst/>
          </a:prstGeom>
          <a:noFill/>
          <a:ln w="19050">
            <a:solidFill>
              <a:srgbClr val="5160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108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Agent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602736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each learner with the best-fit tutor by subject, language and time.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4348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599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search, scoring rules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292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2120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01618" y="2715768"/>
            <a:ext cx="0" cy="274320"/>
          </a:xfrm>
          <a:prstGeom prst="line">
            <a:avLst/>
          </a:prstGeom>
          <a:noFill/>
          <a:ln w="19050">
            <a:solidFill>
              <a:srgbClr val="5160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50058" y="301752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59786" y="312724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59786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252978" y="3108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Agent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2859786" y="3621024"/>
            <a:ext cx="18836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Vets tutors with a subject quiz and a scored demo lesson before they teach.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859786" y="44348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859786" y="4599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generator, rubric scorer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859786" y="498348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859786" y="52120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(Claude)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4476" y="2715768"/>
            <a:ext cx="0" cy="274320"/>
          </a:xfrm>
          <a:prstGeom prst="line">
            <a:avLst/>
          </a:prstGeom>
          <a:noFill/>
          <a:ln w="19050">
            <a:solidFill>
              <a:srgbClr val="51607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42916" y="301752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52644" y="3127248"/>
            <a:ext cx="310896" cy="310896"/>
          </a:xfrm>
          <a:prstGeom prst="ellipse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52644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545836" y="3108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Agent</a:t>
            </a:r>
            <a:endParaRPr lang="en-US" dirty="0"/>
          </a:p>
        </p:txBody>
      </p:sp>
      <p:sp>
        <p:nvSpPr>
          <p:cNvPr id="40" name="Text 38"/>
          <p:cNvSpPr txBox="1"/>
          <p:nvPr/>
        </p:nvSpPr>
        <p:spPr>
          <a:xfrm>
            <a:off x="5152644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doubts, builds low-data notes and quizzes, updates the skill passport.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152644" y="44348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152644" y="46634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store, quiz engine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152644" y="501777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5152644" y="523951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(Claude)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87334" y="2715768"/>
            <a:ext cx="0" cy="274320"/>
          </a:xfrm>
          <a:prstGeom prst="line">
            <a:avLst/>
          </a:prstGeom>
          <a:noFill/>
          <a:ln w="19050">
            <a:solidFill>
              <a:srgbClr val="51607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335774" y="301752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45502" y="3127248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4550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838694" y="3108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Payout Agent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445502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risky chats and logs; splits each fee 69 / 19 / 10 and pays out.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7445502" y="43251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dirty="0"/>
          </a:p>
        </p:txBody>
      </p:sp>
      <p:sp>
        <p:nvSpPr>
          <p:cNvPr id="52" name="Text 50"/>
          <p:cNvSpPr txBox="1"/>
          <p:nvPr/>
        </p:nvSpPr>
        <p:spPr>
          <a:xfrm>
            <a:off x="7445502" y="4599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engine, ledger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445502" y="48280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dirty="0"/>
          </a:p>
        </p:txBody>
      </p:sp>
      <p:sp>
        <p:nvSpPr>
          <p:cNvPr id="54" name="Text 52"/>
          <p:cNvSpPr txBox="1"/>
          <p:nvPr/>
        </p:nvSpPr>
        <p:spPr>
          <a:xfrm>
            <a:off x="7445502" y="52120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/ Razorpay API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680192" y="2715768"/>
            <a:ext cx="0" cy="274320"/>
          </a:xfrm>
          <a:prstGeom prst="line">
            <a:avLst/>
          </a:prstGeom>
          <a:noFill/>
          <a:ln w="19050">
            <a:solidFill>
              <a:srgbClr val="51607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628632" y="301752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38360" y="3127248"/>
            <a:ext cx="310896" cy="310896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73836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131552" y="3108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Agent</a:t>
            </a:r>
            <a:endParaRPr lang="en-US" sz="2000" dirty="0"/>
          </a:p>
        </p:txBody>
      </p:sp>
      <p:sp>
        <p:nvSpPr>
          <p:cNvPr id="60" name="Text 58"/>
          <p:cNvSpPr txBox="1"/>
          <p:nvPr/>
        </p:nvSpPr>
        <p:spPr>
          <a:xfrm>
            <a:off x="9738360" y="36118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usage into aggregated, privacy-safe metrics for sponsors.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9738360" y="44348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dirty="0"/>
          </a:p>
        </p:txBody>
      </p:sp>
      <p:sp>
        <p:nvSpPr>
          <p:cNvPr id="62" name="Text 60"/>
          <p:cNvSpPr txBox="1"/>
          <p:nvPr/>
        </p:nvSpPr>
        <p:spPr>
          <a:xfrm>
            <a:off x="9738360" y="4645152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analytics, report builder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9738360" y="4983480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9738360" y="52120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E4FA"/>
          </a:solidFill>
          <a:ln w="15875">
            <a:solidFill>
              <a:srgbClr val="6D5BD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layer: </a:t>
            </a: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(profiles, sessions, ledger)   •   Human in the loop: an admin approves verification, safety flags and payouts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TECH STACK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0916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stack, built to start fast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  •  LEARN · EARN · TEACH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45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013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" y="2176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 and agent services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51960" y="141732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1545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8013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185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sessions, ledger, passport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9169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72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(Claude)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564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for the orchestrator and agents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4815" y="2779776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4840" y="29169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3172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web app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3502152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low-data — works on cheap phones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288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CLASSES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44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 + Calendar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81888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sessions, no new app to install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51960" y="416052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34840" y="4288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4544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/ Razorpay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4928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split and tutor payouts</a:t>
            </a:r>
            <a:endParaRPr lang="en-US" sz="2000" dirty="0"/>
          </a:p>
        </p:txBody>
      </p:sp>
      <p:pic>
        <p:nvPicPr>
          <p:cNvPr id="33" name="Image 0" descr="/tmp/claude-0/-home-claude/cebfa49b-adea-54dd-802e-2b5f9d3b343d/scratchpad/src/un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705" y="612648"/>
            <a:ext cx="4264990" cy="5051034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7200" y="55778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8E4FA"/>
          </a:solidFill>
          <a:ln w="15875">
            <a:solidFill>
              <a:srgbClr val="6D5BD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" y="5577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tech: Python + FastAPI + PostgreSQL. Start manual with WhatsApp + Meet. Rules first, AI later.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IMPACT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learning, not vanity metrics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  •  LEARN · EARN · TEACH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490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556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seats used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76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children get access?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80560" y="13716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490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7556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+ quiz gain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488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they make progress?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862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272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payout + retention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tutoring worth their time?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03420" y="2752344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862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20954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completed course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loop keep running?</a:t>
            </a:r>
            <a:endParaRPr lang="en-US" dirty="0"/>
          </a:p>
        </p:txBody>
      </p:sp>
      <p:pic>
        <p:nvPicPr>
          <p:cNvPr id="25" name="Image 0" descr="/tmp/claude-0/-home-claude/cebfa49b-adea-54dd-802e-2b5f9d3b343d/scratchpad/src/un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55448"/>
            <a:ext cx="2743200" cy="469087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554480" y="4242816"/>
            <a:ext cx="7315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SAFEGUARDS THAT PROTECT THE IMPACT</a:t>
            </a:r>
            <a:endParaRPr lang="en-US" sz="2400" dirty="0"/>
          </a:p>
        </p:txBody>
      </p:sp>
      <p:pic>
        <p:nvPicPr>
          <p:cNvPr id="27" name="Image 1" descr="/tmp/claude-0/-home-claude/cebfa49b-adea-54dd-802e-2b5f9d3b343d/scratchpad/src/un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26280"/>
            <a:ext cx="960120" cy="109728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1554480" y="466344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719072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quality</a:t>
            </a:r>
            <a:endParaRPr lang="en-US" sz="2400" dirty="0"/>
          </a:p>
        </p:txBody>
      </p:sp>
      <p:sp>
        <p:nvSpPr>
          <p:cNvPr id="30" name="Text 26"/>
          <p:cNvSpPr txBox="1"/>
          <p:nvPr/>
        </p:nvSpPr>
        <p:spPr>
          <a:xfrm>
            <a:off x="1719072" y="505663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checks, demo lesson, reviews</a:t>
            </a:r>
            <a:r>
              <a:rPr lang="en-US" sz="12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983480" y="466344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148072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safety</a:t>
            </a:r>
            <a:endParaRPr lang="en-US" dirty="0"/>
          </a:p>
        </p:txBody>
      </p:sp>
      <p:sp>
        <p:nvSpPr>
          <p:cNvPr id="33" name="Text 29"/>
          <p:cNvSpPr txBox="1"/>
          <p:nvPr/>
        </p:nvSpPr>
        <p:spPr>
          <a:xfrm>
            <a:off x="5148072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consent, privacy, safe chat, session logs.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8412480" y="466344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577072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fairness</a:t>
            </a:r>
            <a:endParaRPr lang="en-US" dirty="0"/>
          </a:p>
        </p:txBody>
      </p:sp>
      <p:sp>
        <p:nvSpPr>
          <p:cNvPr id="36" name="Text 32"/>
          <p:cNvSpPr txBox="1"/>
          <p:nvPr/>
        </p:nvSpPr>
        <p:spPr>
          <a:xfrm>
            <a:off x="8577072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fees, refunds, payouts, scholarship rules.</a:t>
            </a:r>
            <a:endParaRPr lang="en-US" dirty="0"/>
          </a:p>
        </p:txBody>
      </p:sp>
      <p:sp>
        <p:nvSpPr>
          <p:cNvPr id="37" name="Shape 33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DDF1E8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only aggregated results — protect every child’s privacy. Giving back is always voluntary.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DDE4F8"/>
          </a:solidFill>
          <a:ln w="12700">
            <a:solidFill>
              <a:srgbClr val="DDE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DDF1E8"/>
          </a:solidFill>
          <a:ln w="12700">
            <a:solidFill>
              <a:srgbClr val="DD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loop in 30 days, then scale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EDULOOP  •  LEARN · EARN · TEACH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554480"/>
            <a:ext cx="8622792" cy="0"/>
          </a:xfrm>
          <a:prstGeom prst="line">
            <a:avLst/>
          </a:prstGeom>
          <a:noFill/>
          <a:ln w="25400">
            <a:solidFill>
              <a:srgbClr val="C5C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1325880"/>
            <a:ext cx="457200" cy="45720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258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560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15 learners and 10 tutors. Pick 1–2 subjects</a:t>
            </a:r>
            <a:r>
              <a:rPr lang="en-US" sz="12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28744" y="13258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2874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1464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6056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96056" y="2258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496056" y="2651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5 tutors. Teach 10 learners.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03008" y="1325880"/>
            <a:ext cx="457200" cy="457200"/>
          </a:xfrm>
          <a:prstGeom prst="ellipse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030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5728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032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6370320" y="22997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370320" y="25786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attendance, completion, feedback, cost.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177272" y="132588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772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79992" y="19202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44584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9244584" y="228599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244584" y="2606039"/>
            <a:ext cx="23317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3–5 sponsors. Turn proven steps into a small MVP.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199" y="3474720"/>
            <a:ext cx="11734495" cy="457200"/>
          </a:xfrm>
          <a:prstGeom prst="roundRect">
            <a:avLst>
              <a:gd name="adj" fmla="val 16000"/>
            </a:avLst>
          </a:prstGeom>
          <a:solidFill>
            <a:srgbClr val="FDF0DC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62100" y="3465576"/>
            <a:ext cx="1150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no-go: repeat use • learning gain • tutor happiness • affordable cost.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014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4360" y="4453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46817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pilot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4937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Forms, live classes, verified tutors.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0" y="4389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80360" y="4453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dirty="0"/>
          </a:p>
        </p:txBody>
      </p:sp>
      <p:sp>
        <p:nvSpPr>
          <p:cNvPr id="43" name="Text 41"/>
          <p:cNvSpPr txBox="1"/>
          <p:nvPr/>
        </p:nvSpPr>
        <p:spPr>
          <a:xfrm>
            <a:off x="2880360" y="470001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platform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880360" y="4937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bookings, payouts, dashboard.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029200" y="4389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890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66360" y="4453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166360" y="4636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learning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166360" y="4882896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matching, adaptive practice.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15200" y="4389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52360" y="4453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D5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7452360" y="4636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7452360" y="4882896"/>
            <a:ext cx="1874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1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Schools, NGOs, alumni, employers.</a:t>
            </a:r>
            <a:endParaRPr lang="en-US" sz="1600" dirty="0"/>
          </a:p>
        </p:txBody>
      </p:sp>
      <p:pic>
        <p:nvPicPr>
          <p:cNvPr id="53" name="Image 0" descr="/tmp/claude-0/-home-claude/cebfa49b-adea-54dd-802e-2b5f9d3b343d/scratchpad/src/un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794759"/>
            <a:ext cx="2179320" cy="1801369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102637" y="5468112"/>
            <a:ext cx="11896530" cy="96012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85800" y="5532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NEXUS</a:t>
            </a:r>
            <a:endParaRPr lang="en-US" sz="2000" dirty="0"/>
          </a:p>
        </p:txBody>
      </p:sp>
      <p:sp>
        <p:nvSpPr>
          <p:cNvPr id="56" name="Text 53"/>
          <p:cNvSpPr txBox="1"/>
          <p:nvPr/>
        </p:nvSpPr>
        <p:spPr>
          <a:xfrm>
            <a:off x="2880360" y="5532120"/>
            <a:ext cx="2377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Priyanshu Singh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b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26GCEBELVLSI001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5257802" y="5532120"/>
            <a:ext cx="217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Pritansh Srivastava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b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26GCEBCSAIML007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7440540" y="5532120"/>
            <a:ext cx="217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Deewansh Yadav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b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26GCEREN054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9502140" y="5532120"/>
            <a:ext cx="28795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hubham Katiyar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b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CB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26GCEBCSAIML001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872</Words>
  <Application>Microsoft Office PowerPoint</Application>
  <PresentationFormat>Widescreen</PresentationFormat>
  <Paragraphs>190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EduLoop – Team NEXUS</dc:title>
  <dc:subject>PptxGenJS Presentation</dc:subject>
  <dc:creator>Team NEXUS</dc:creator>
  <cp:lastModifiedBy>Lenovo</cp:lastModifiedBy>
  <cp:revision>3</cp:revision>
  <dcterms:created xsi:type="dcterms:W3CDTF">2026-10-18T19:01:14Z</dcterms:created>
  <dcterms:modified xsi:type="dcterms:W3CDTF">2026-10-19T07:53:09Z</dcterms:modified>
</cp:coreProperties>
</file>